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 clave: la conciliación manual generaba una discrepancia del 2% en caja.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Integraciones nativas con Tango Gestión y Bejerman.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TechRetail Solutions S.R.L.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Pitch Comercial — Plataforma SaaS de e-commerce para PyMEs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PyMEs venden en canales fragmentados.</a:t>
            </a:r>
          </a:p>
          <a:p>
            <a:pPr/>
            <a:r>
              <a:t>La facturación fiscal (ARCA) es manual y propensa a errores.</a:t>
            </a:r>
          </a:p>
          <a:p>
            <a:pPr/>
            <a:r>
              <a:t>La conciliación de pagos consume ~8 horas semanales por tienda.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Catálogo, cobros, facturación y logística en una sola plataforma.</a:t>
            </a:r>
          </a:p>
          <a:p>
            <a:pPr/>
            <a:r>
              <a:t>Facturación automática contra ARCA con CAE en milisegundos.</a:t>
            </a:r>
          </a:p>
          <a:p>
            <a:pPr/>
            <a:r>
              <a:t>Motor de conciliación automatizado (discrepancia objetivo &lt; 0,1%).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Starter: ARS 15.000/mes — ideal para emprendedores.</a:t>
            </a:r>
          </a:p>
          <a:p>
            <a:pPr/>
            <a:r>
              <a:t>Growth: ARS 39.000/mes — pensado para comercios en expansión.</a:t>
            </a:r>
          </a:p>
          <a:p>
            <a:pPr/>
            <a:r>
              <a:t>Pro: ARS 89.000/mes — para múltiples tiendas y alto volumen.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